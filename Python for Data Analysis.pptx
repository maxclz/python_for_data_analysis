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1/31/2020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1/31/2020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1/31/2020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C1BF83-AEC9-4E73-BFAF-A6208DF8FB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Python for Data </a:t>
            </a:r>
            <a:r>
              <a:rPr lang="fr-FR" dirty="0" err="1"/>
              <a:t>Analysis</a:t>
            </a:r>
            <a:endParaRPr lang="en-US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22492A3-1526-4419-AF8B-5AE62CF312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Incident management process enriched event log Data Set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807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324E27-1836-426A-AD7B-24274AE8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Problématique ?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885095-62E3-435D-87B4-8FD911282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problème donné par ce </a:t>
            </a:r>
            <a:r>
              <a:rPr lang="fr-FR" dirty="0" err="1"/>
              <a:t>dataset</a:t>
            </a:r>
            <a:r>
              <a:rPr lang="fr-FR" dirty="0"/>
              <a:t> est de prédire la durée qu’un incident va prendre du moment où il est ouvert au moment ou il est fini</a:t>
            </a:r>
          </a:p>
          <a:p>
            <a:endParaRPr lang="fr-FR" dirty="0"/>
          </a:p>
          <a:p>
            <a:r>
              <a:rPr lang="fr-FR" dirty="0"/>
              <a:t>On remarque en parcourant les données que l’on a plusieurs données qui vont pouvoir nous servir</a:t>
            </a:r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165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A537FA-2F4C-4CA2-B0BA-A8B47F77E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Prédiction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80C702-5B7D-4514-B2A5-4049A6D1C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Pour prédire la durée de l’incident et remplir la matrice y</a:t>
            </a:r>
            <a:r>
              <a:rPr lang="en-US" dirty="0"/>
              <a:t>,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faut</a:t>
            </a:r>
            <a:r>
              <a:rPr lang="en-US" dirty="0"/>
              <a:t> faire la durée de fin – la durée de début.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Mais</a:t>
            </a:r>
            <a:r>
              <a:rPr lang="en-US" dirty="0"/>
              <a:t> on remarque que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parcourant</a:t>
            </a:r>
            <a:r>
              <a:rPr lang="en-US" dirty="0"/>
              <a:t> les </a:t>
            </a:r>
            <a:r>
              <a:rPr lang="en-US" dirty="0" err="1"/>
              <a:t>données</a:t>
            </a:r>
            <a:r>
              <a:rPr lang="en-US" dirty="0"/>
              <a:t> que </a:t>
            </a:r>
            <a:r>
              <a:rPr lang="en-US" dirty="0" err="1"/>
              <a:t>l’on</a:t>
            </a:r>
            <a:r>
              <a:rPr lang="en-US" dirty="0"/>
              <a:t> a:</a:t>
            </a:r>
          </a:p>
          <a:p>
            <a:pPr marL="0" indent="0">
              <a:buNone/>
            </a:pPr>
            <a:r>
              <a:rPr lang="en-US" dirty="0"/>
              <a:t>	-la date de début de </a:t>
            </a:r>
            <a:r>
              <a:rPr lang="en-US" dirty="0" err="1"/>
              <a:t>l’incident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-la date de resolution de </a:t>
            </a:r>
            <a:r>
              <a:rPr lang="en-US" dirty="0" err="1"/>
              <a:t>l’incident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-la date de fermeture de </a:t>
            </a:r>
            <a:r>
              <a:rPr lang="en-US" dirty="0" err="1"/>
              <a:t>l’incident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En</a:t>
            </a:r>
            <a:r>
              <a:rPr lang="en-US" dirty="0"/>
              <a:t> se penchant plus sur </a:t>
            </a:r>
            <a:r>
              <a:rPr lang="en-US" dirty="0" err="1"/>
              <a:t>cette</a:t>
            </a:r>
            <a:r>
              <a:rPr lang="en-US" dirty="0"/>
              <a:t> </a:t>
            </a:r>
            <a:r>
              <a:rPr lang="en-US" dirty="0" err="1"/>
              <a:t>dernière</a:t>
            </a:r>
            <a:r>
              <a:rPr lang="en-US" dirty="0"/>
              <a:t>, on remarque que le temps entre la fermeture de </a:t>
            </a:r>
            <a:r>
              <a:rPr lang="en-US" dirty="0" err="1"/>
              <a:t>l’incident</a:t>
            </a:r>
            <a:r>
              <a:rPr lang="en-US" dirty="0"/>
              <a:t> et la resolution de </a:t>
            </a:r>
            <a:r>
              <a:rPr lang="en-US" dirty="0" err="1"/>
              <a:t>ce</a:t>
            </a:r>
            <a:r>
              <a:rPr lang="en-US" dirty="0"/>
              <a:t> dernier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assez</a:t>
            </a:r>
            <a:r>
              <a:rPr lang="en-US" dirty="0"/>
              <a:t> longue</a:t>
            </a:r>
          </a:p>
          <a:p>
            <a:pPr marL="0" indent="0">
              <a:buNone/>
            </a:pP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donc</a:t>
            </a:r>
            <a:r>
              <a:rPr lang="en-US" dirty="0"/>
              <a:t> </a:t>
            </a:r>
            <a:r>
              <a:rPr lang="en-US" dirty="0" err="1"/>
              <a:t>choisit</a:t>
            </a:r>
            <a:r>
              <a:rPr lang="en-US" dirty="0"/>
              <a:t> </a:t>
            </a:r>
            <a:r>
              <a:rPr lang="en-US" dirty="0" err="1"/>
              <a:t>d’utiliser</a:t>
            </a:r>
            <a:r>
              <a:rPr lang="en-US" dirty="0"/>
              <a:t> la </a:t>
            </a:r>
            <a:r>
              <a:rPr lang="en-US" dirty="0" err="1"/>
              <a:t>formule</a:t>
            </a:r>
            <a:r>
              <a:rPr lang="en-US" dirty="0"/>
              <a:t> </a:t>
            </a:r>
            <a:r>
              <a:rPr lang="en-US" dirty="0" err="1"/>
              <a:t>suivante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/>
              <a:t>time_taken_to_resolved</a:t>
            </a:r>
            <a:r>
              <a:rPr lang="en-US" dirty="0"/>
              <a:t> = </a:t>
            </a:r>
            <a:r>
              <a:rPr lang="en-US" dirty="0" err="1"/>
              <a:t>resolved_at-opened_at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915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E2C136-E3F2-4E7D-833D-B952D5C5F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C6C21F-1931-4DE6-83F6-F6D282C0C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Aucun résultat concret n’a été obtenu, une erreur de variable est à l’origine de cela.</a:t>
            </a:r>
          </a:p>
          <a:p>
            <a:r>
              <a:rPr lang="fr-FR" dirty="0"/>
              <a:t>Je n’ai pas réussi à trouver la source du problème</a:t>
            </a:r>
          </a:p>
          <a:p>
            <a:r>
              <a:rPr lang="fr-FR" dirty="0"/>
              <a:t>Ce fut quand même un projet qui m’as permit de mieux comprendre en profondeur la mécanique du machine </a:t>
            </a:r>
            <a:r>
              <a:rPr lang="fr-FR" dirty="0" err="1"/>
              <a:t>learning</a:t>
            </a:r>
            <a:r>
              <a:rPr lang="fr-FR" dirty="0"/>
              <a:t>, n’ayant pas suivit les cours dispensé en 4 année car j’étais en semestre académique à l’étranger.</a:t>
            </a:r>
          </a:p>
        </p:txBody>
      </p:sp>
    </p:spTree>
    <p:extLst>
      <p:ext uri="{BB962C8B-B14F-4D97-AF65-F5344CB8AC3E}">
        <p14:creationId xmlns:p14="http://schemas.microsoft.com/office/powerpoint/2010/main" val="11885623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148</Words>
  <Application>Microsoft Office PowerPoint</Application>
  <PresentationFormat>Grand écran</PresentationFormat>
  <Paragraphs>21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Ion</vt:lpstr>
      <vt:lpstr>Python for Data Analysis</vt:lpstr>
      <vt:lpstr>Problématique ?</vt:lpstr>
      <vt:lpstr>Prédiction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Data Analysis</dc:title>
  <dc:creator>CLUSAZ Maxence</dc:creator>
  <cp:lastModifiedBy>CLUSAZ Maxence</cp:lastModifiedBy>
  <cp:revision>5</cp:revision>
  <dcterms:created xsi:type="dcterms:W3CDTF">2020-01-31T20:05:11Z</dcterms:created>
  <dcterms:modified xsi:type="dcterms:W3CDTF">2020-01-31T21:19:20Z</dcterms:modified>
</cp:coreProperties>
</file>